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Churn Detective: High-Value Risk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Metrics</a:t>
            </a:r>
          </a:p>
          <a:p>
            <a:pPr>
              <a:defRPr sz="1800" b="1"/>
            </a:pPr>
            <a:r>
              <a:t>Total Revenue at Risk: $1,017,640.46</a:t>
            </a:r>
          </a:p>
          <a:p>
            <a:pPr>
              <a:defRPr sz="1400"/>
            </a:pPr>
            <a:r>
              <a:t>High Risk High Value Customers: 1129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Retention Strategy</a:t>
            </a:r>
          </a:p>
          <a:p>
            <a:pPr>
              <a:defRPr b="1"/>
            </a:pPr>
            <a:r>
              <a:t>Priority Outreach for High-Revenue Segments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